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0"/>
  </p:normalViewPr>
  <p:slideViewPr>
    <p:cSldViewPr snapToGrid="0">
      <p:cViewPr>
        <p:scale>
          <a:sx n="202" d="100"/>
          <a:sy n="202" d="100"/>
        </p:scale>
        <p:origin x="-2696" y="-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AE59C-0ECC-C7C2-9E20-F1078CF81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08C4100-0147-6E40-9B61-31EE6DA2D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E9078C-A64F-F996-0103-5AD67281A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812B1E-55CF-BACF-2ED0-E7FB17292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EFD114-8E4F-238F-A01B-77921250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843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FFD725-6EF7-00CE-18D6-DC6FB252A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093381-EA0D-9FAB-34D2-401B14C1B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6FDA0F-F888-E82C-419C-38945711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ED0816-2593-2EBC-DEFA-7DD7B3C4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1805C7-916D-B144-1A6B-6F8AC53E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1045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F47A23-D4E8-AC97-E13F-B3270AFF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2CCE0D-4425-423C-FE5F-ADED87A20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5CE8E0-3562-C9DA-B031-188EEEDD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B2CAE4-CADD-EDA4-F600-236995AC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46C1BC-7E41-9D68-7838-322083E84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91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F40978-9910-72DC-B70F-E7311DAA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73DB19-CAAB-D7D1-ABCC-37C42ADA3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EB0695B-673C-8743-0757-AD8D4E587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F25D37-7575-D364-D457-CF0838AB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E5E38B-0D46-9AF4-147E-8B40760FA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B01D0B-F2D0-4C68-3F38-C01FE12E0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6089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A6367E-2A39-37E3-B738-94C24FB88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67E8D8-12C6-B7B6-9DE7-3892957E5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91968D4-F3CC-6DEE-48FB-D4152B7E3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99AAAD-6EAA-CD36-AB2B-68AB2C1F5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4731C4B-4501-224A-5B92-E0CCC30AC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4D3CDDD-5DBA-0EA5-BE06-91B968E8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F94A5B-7736-1FE6-0A5E-832E4F2F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EEFF58E-D836-A697-B94F-3A0AC970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42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8C4178-D674-28DC-4165-AD3EF71C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FB3338-AD94-D15C-9930-E7E642CC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944AC1-F657-1359-E0DA-F999D557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9FE23E-9081-9D52-9A7E-8521DE49E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082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09119A3-CD3C-7BB4-0001-0BD0FACA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5E4AF77-CB5F-67E8-A46C-49577890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D71E62-98A1-A4CF-AD1A-EBDD3637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546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8ADA1-FFCE-7EBB-584E-F7351698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A4192B-42F5-58AB-B65B-6BBEFFC2C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DDF708-C380-CE31-5E31-825E6799B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B41FAF-1013-4D34-3135-DB01C4FD7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34A5ED-DC0C-4526-F9DE-4ACE0FAA9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0F5F3F-7CF7-612A-FC2F-2A23DB23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4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66D29-293E-2D12-76CA-87446BA5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6086097-F769-2F54-B081-7D3F4DFD8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470B75E-DAB5-D9A7-306C-93F8FA59D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34C0B9-9728-9D74-B5F4-F63F4395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95B531-8726-FEA6-C813-E52B5FCF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2BDD99-FFF1-F10B-A33A-3B043B08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41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7645B-4A47-343B-B4A5-80C6CC8E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B3F440-54C0-C2AF-1376-68AAFE3C1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8F52E5-B9C6-8B23-B8F9-DFE989AB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ECCB4D-B634-1AE3-1E1F-561BD2804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47B53A-8585-137B-F8FC-FF119E15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67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FC8F727-8E8C-9ABC-B7FD-19688C3A8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0DDEE6B-C052-644E-0E12-4B81AAB1F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913561-29C3-320B-0446-BBE1278B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364591-7DE9-29DF-E5D5-D6177DE2B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FB1224-D93B-8F90-C508-1DC114CE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624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CF825BE-97BD-FDB0-3F83-D07037C3D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547A4E-FA7A-1938-DDC2-B58273888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A0A95C-ABA1-3521-E1A0-C729E4B91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2C435-ABFD-A14C-85C8-20A39BFB3DC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E6E859-C0F2-C547-60C5-12C5DBAAE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058735-D10D-5BA2-1445-E536EBFB3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0D057-847F-1045-99A1-9BC117C76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1568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CF41E247-E66C-2C4A-91E8-B2CD15E2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82"/>
          <a:stretch>
            <a:fillRect/>
          </a:stretch>
        </p:blipFill>
        <p:spPr>
          <a:xfrm>
            <a:off x="2800350" y="2543174"/>
            <a:ext cx="6591300" cy="193992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A9967CA-37AB-7A50-06A8-06A8B8CDE40D}"/>
              </a:ext>
            </a:extLst>
          </p:cNvPr>
          <p:cNvSpPr txBox="1"/>
          <p:nvPr/>
        </p:nvSpPr>
        <p:spPr>
          <a:xfrm>
            <a:off x="3235990" y="2370870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TVI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BDCDD09-A9DD-772A-2C0E-371479FF77FA}"/>
              </a:ext>
            </a:extLst>
          </p:cNvPr>
          <p:cNvSpPr txBox="1"/>
          <p:nvPr/>
        </p:nvSpPr>
        <p:spPr>
          <a:xfrm>
            <a:off x="4046356" y="2370870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PWF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362A5F3-0DD8-8C45-FDFB-2BA81A354E3E}"/>
              </a:ext>
            </a:extLst>
          </p:cNvPr>
          <p:cNvSpPr txBox="1"/>
          <p:nvPr/>
        </p:nvSpPr>
        <p:spPr>
          <a:xfrm>
            <a:off x="4673541" y="2370870"/>
            <a:ext cx="4475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EHR</a:t>
            </a:r>
          </a:p>
        </p:txBody>
      </p:sp>
    </p:spTree>
    <p:extLst>
      <p:ext uri="{BB962C8B-B14F-4D97-AF65-F5344CB8AC3E}">
        <p14:creationId xmlns:p14="http://schemas.microsoft.com/office/powerpoint/2010/main" val="3592344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PresentationFormat>Breitbild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Geyer, Robin</dc:creator>
  <cp:lastModifiedBy>Geyer, Robin</cp:lastModifiedBy>
  <cp:revision>1</cp:revision>
  <dcterms:created xsi:type="dcterms:W3CDTF">2026-05-11T04:33:13Z</dcterms:created>
  <dcterms:modified xsi:type="dcterms:W3CDTF">2026-05-11T04:57:45Z</dcterms:modified>
</cp:coreProperties>
</file>